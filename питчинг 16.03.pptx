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332" autoAdjust="0"/>
  </p:normalViewPr>
  <p:slideViewPr>
    <p:cSldViewPr snapToGrid="0">
      <p:cViewPr varScale="1">
        <p:scale>
          <a:sx n="83" d="100"/>
          <a:sy n="83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DC0881-309A-4D77-A1C4-1F4BF2E78CA1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B38265-A06E-442C-9346-7B5C8B9272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9162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8A30C4B-BFAE-4E13-AE94-ACC6295A651A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3AB98DD9-2035-42AE-81CD-6BA5155317D9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4941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30C4B-BFAE-4E13-AE94-ACC6295A651A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98DD9-2035-42AE-81CD-6BA5155317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5361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8A30C4B-BFAE-4E13-AE94-ACC6295A651A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AB98DD9-2035-42AE-81CD-6BA5155317D9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2062253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30C4B-BFAE-4E13-AE94-ACC6295A651A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98DD9-2035-42AE-81CD-6BA5155317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3977712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30C4B-BFAE-4E13-AE94-ACC6295A651A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98DD9-2035-42AE-81CD-6BA5155317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8940262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30C4B-BFAE-4E13-AE94-ACC6295A651A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98DD9-2035-42AE-81CD-6BA5155317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776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30C4B-BFAE-4E13-AE94-ACC6295A651A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98DD9-2035-42AE-81CD-6BA5155317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3715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D8A30C4B-BFAE-4E13-AE94-ACC6295A651A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3AB98DD9-2035-42AE-81CD-6BA5155317D9}" type="slidenum">
              <a:rPr lang="ru-RU" smtClean="0"/>
              <a:t>‹#›</a:t>
            </a:fld>
            <a:endParaRPr lang="ru-RU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5132616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D8A30C4B-BFAE-4E13-AE94-ACC6295A651A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3AB98DD9-2035-42AE-81CD-6BA5155317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3268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30C4B-BFAE-4E13-AE94-ACC6295A651A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98DD9-2035-42AE-81CD-6BA5155317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6886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30C4B-BFAE-4E13-AE94-ACC6295A651A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98DD9-2035-42AE-81CD-6BA5155317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4790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8A30C4B-BFAE-4E13-AE94-ACC6295A651A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AB98DD9-2035-42AE-81CD-6BA5155317D9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41252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Фото черной пустой тарелки сверху без фона | Премиум AI-сгенерированный PSD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917" y="3451610"/>
            <a:ext cx="3486778" cy="3486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Plate of </a:t>
            </a:r>
            <a:r>
              <a:rPr lang="en-US" dirty="0" smtClean="0"/>
              <a:t>Fate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sz="1400" dirty="0" smtClean="0"/>
              <a:t>сбежать из общепита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65275" y="1834040"/>
            <a:ext cx="3235420" cy="5904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 smtClean="0"/>
              <a:t>Игрок – повар в ресторане</a:t>
            </a:r>
            <a:endParaRPr lang="ru-RU" b="1" dirty="0"/>
          </a:p>
        </p:txBody>
      </p:sp>
      <p:pic>
        <p:nvPicPr>
          <p:cNvPr id="4" name="Picture 2" descr="Пнг Разбитая тарелка 24 фото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5309" y="-137161"/>
            <a:ext cx="3096969" cy="3096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Объект 2"/>
          <p:cNvSpPr txBox="1">
            <a:spLocks/>
          </p:cNvSpPr>
          <p:nvPr/>
        </p:nvSpPr>
        <p:spPr>
          <a:xfrm>
            <a:off x="9898483" y="2722728"/>
            <a:ext cx="1963795" cy="557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b="1" dirty="0" smtClean="0"/>
              <a:t>Текстовое </a:t>
            </a:r>
            <a:r>
              <a:rPr lang="en-US" b="1" dirty="0" smtClean="0"/>
              <a:t>RPG </a:t>
            </a:r>
            <a:r>
              <a:rPr lang="ru-RU" b="1" dirty="0" smtClean="0"/>
              <a:t> </a:t>
            </a:r>
            <a:endParaRPr lang="ru-RU" b="1" dirty="0"/>
          </a:p>
        </p:txBody>
      </p:sp>
      <p:sp>
        <p:nvSpPr>
          <p:cNvPr id="8" name="Объект 2"/>
          <p:cNvSpPr txBox="1">
            <a:spLocks/>
          </p:cNvSpPr>
          <p:nvPr/>
        </p:nvSpPr>
        <p:spPr>
          <a:xfrm>
            <a:off x="1577592" y="2288759"/>
            <a:ext cx="3305908" cy="9081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/>
              <a:t>Цель – сбежать из ресторана любой ценой</a:t>
            </a:r>
          </a:p>
        </p:txBody>
      </p:sp>
      <p:sp>
        <p:nvSpPr>
          <p:cNvPr id="9" name="Объект 2"/>
          <p:cNvSpPr txBox="1">
            <a:spLocks/>
          </p:cNvSpPr>
          <p:nvPr/>
        </p:nvSpPr>
        <p:spPr>
          <a:xfrm>
            <a:off x="4672481" y="2288759"/>
            <a:ext cx="3437553" cy="301497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 smtClean="0"/>
              <a:t>Игроку необходимо:</a:t>
            </a:r>
          </a:p>
          <a:p>
            <a:pPr>
              <a:buFontTx/>
              <a:buChar char="-"/>
            </a:pPr>
            <a:r>
              <a:rPr lang="ru-RU" dirty="0" smtClean="0"/>
              <a:t>обслуживать клиентов</a:t>
            </a:r>
          </a:p>
          <a:p>
            <a:pPr>
              <a:buFontTx/>
              <a:buChar char="-"/>
            </a:pPr>
            <a:r>
              <a:rPr lang="ru-RU" dirty="0" smtClean="0"/>
              <a:t>находить </a:t>
            </a:r>
            <a:r>
              <a:rPr lang="ru-RU" dirty="0"/>
              <a:t>на локациях новые </a:t>
            </a:r>
            <a:r>
              <a:rPr lang="ru-RU" dirty="0" smtClean="0"/>
              <a:t>рецепты</a:t>
            </a:r>
          </a:p>
          <a:p>
            <a:pPr>
              <a:buFontTx/>
              <a:buChar char="-"/>
            </a:pPr>
            <a:r>
              <a:rPr lang="ru-RU" dirty="0" smtClean="0"/>
              <a:t> </a:t>
            </a:r>
            <a:r>
              <a:rPr lang="ru-RU" dirty="0"/>
              <a:t>помещать в ограниченный инвентарь ингредиенты с локаций и объединять их в блюда для гостей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b="1" dirty="0" smtClean="0"/>
              <a:t> </a:t>
            </a:r>
            <a:endParaRPr lang="ru-RU" b="1" dirty="0"/>
          </a:p>
        </p:txBody>
      </p:sp>
      <p:pic>
        <p:nvPicPr>
          <p:cNvPr id="1026" name="Picture 2" descr="GitHub - yudinikita/bulls-and-cows-cpp: Консольная реализация игры &quot;Быки и  коровы&quot; на С++. Есть сохранение и загрузка, 3 варианта сложности: легкий,  средний, сложный, меню.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99" t="33317" r="32062" b="14998"/>
          <a:stretch/>
        </p:blipFill>
        <p:spPr bwMode="auto">
          <a:xfrm>
            <a:off x="8430115" y="3196889"/>
            <a:ext cx="3432163" cy="1793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Объект 2"/>
          <p:cNvSpPr txBox="1">
            <a:spLocks/>
          </p:cNvSpPr>
          <p:nvPr/>
        </p:nvSpPr>
        <p:spPr>
          <a:xfrm>
            <a:off x="8424724" y="5166367"/>
            <a:ext cx="3437554" cy="1395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 smtClean="0"/>
              <a:t>Мир </a:t>
            </a:r>
            <a:r>
              <a:rPr lang="ru-RU" dirty="0"/>
              <a:t>состоит из </a:t>
            </a:r>
            <a:r>
              <a:rPr lang="ru-RU" b="1" dirty="0"/>
              <a:t>трех этажей </a:t>
            </a:r>
            <a:r>
              <a:rPr lang="ru-RU" dirty="0"/>
              <a:t>ресторана с разными типами клиентов на </a:t>
            </a:r>
            <a:r>
              <a:rPr lang="ru-RU" dirty="0" smtClean="0"/>
              <a:t>каждом</a:t>
            </a:r>
          </a:p>
        </p:txBody>
      </p:sp>
      <p:sp>
        <p:nvSpPr>
          <p:cNvPr id="14" name="Объект 2"/>
          <p:cNvSpPr txBox="1">
            <a:spLocks/>
          </p:cNvSpPr>
          <p:nvPr/>
        </p:nvSpPr>
        <p:spPr>
          <a:xfrm>
            <a:off x="4672481" y="5834368"/>
            <a:ext cx="3437553" cy="1023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 smtClean="0"/>
              <a:t>Итогом игры являются четыре различные концовки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255161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dge">
  <a:themeElements>
    <a:clrScheme name="Красный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Эмблема</Template>
  <TotalTime>232</TotalTime>
  <Words>61</Words>
  <Application>Microsoft Office PowerPoint</Application>
  <PresentationFormat>Широкоэкранный</PresentationFormat>
  <Paragraphs>11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Calibri</vt:lpstr>
      <vt:lpstr>Corbel</vt:lpstr>
      <vt:lpstr>Gill Sans MT</vt:lpstr>
      <vt:lpstr>Impact</vt:lpstr>
      <vt:lpstr>Badge</vt:lpstr>
      <vt:lpstr>Plate of Fate сбежать из общепита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22</cp:revision>
  <dcterms:created xsi:type="dcterms:W3CDTF">2026-03-16T01:35:18Z</dcterms:created>
  <dcterms:modified xsi:type="dcterms:W3CDTF">2026-03-16T17:12:07Z</dcterms:modified>
</cp:coreProperties>
</file>