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46" autoAdjust="0"/>
  </p:normalViewPr>
  <p:slideViewPr>
    <p:cSldViewPr snapToGrid="0">
      <p:cViewPr varScale="1">
        <p:scale>
          <a:sx n="76" d="100"/>
          <a:sy n="76" d="100"/>
        </p:scale>
        <p:origin x="91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C0881-309A-4D77-A1C4-1F4BF2E78CA1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B38265-A06E-442C-9346-7B5C8B9272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9162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 smtClean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B38265-A06E-442C-9346-7B5C8B92724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2264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 smtClean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B38265-A06E-442C-9346-7B5C8B92724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0931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B38265-A06E-442C-9346-7B5C8B92724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304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494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361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2062253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977712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8940262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76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3715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5132616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3268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6886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790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8A30C4B-BFAE-4E13-AE94-ACC6295A651A}" type="datetimeFigureOut">
              <a:rPr lang="ru-RU" smtClean="0"/>
              <a:t>16.03.2026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AB98DD9-2035-42AE-81CD-6BA5155317D9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41252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Plate of Fate</a:t>
            </a:r>
            <a:endParaRPr lang="ru-RU" dirty="0"/>
          </a:p>
        </p:txBody>
      </p:sp>
      <p:sp>
        <p:nvSpPr>
          <p:cNvPr id="4" name="Подзаголовок 2"/>
          <p:cNvSpPr txBox="1">
            <a:spLocks/>
          </p:cNvSpPr>
          <p:nvPr/>
        </p:nvSpPr>
        <p:spPr>
          <a:xfrm>
            <a:off x="2215045" y="6115721"/>
            <a:ext cx="8045373" cy="74227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2000" b="1" i="0" kern="1200" cap="all" spc="4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None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None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 smtClean="0"/>
              <a:t>Сбежать из общепита</a:t>
            </a:r>
          </a:p>
        </p:txBody>
      </p:sp>
    </p:spTree>
    <p:extLst>
      <p:ext uri="{BB962C8B-B14F-4D97-AF65-F5344CB8AC3E}">
        <p14:creationId xmlns:p14="http://schemas.microsoft.com/office/powerpoint/2010/main" val="1434883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1678" y="1589656"/>
            <a:ext cx="9490213" cy="54180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Главный герой – повар в ресторане</a:t>
            </a:r>
            <a:r>
              <a:rPr lang="ru-RU" dirty="0"/>
              <a:t>. </a:t>
            </a:r>
            <a:r>
              <a:rPr lang="ru-RU" dirty="0" smtClean="0"/>
              <a:t>Долгие </a:t>
            </a:r>
            <a:r>
              <a:rPr lang="ru-RU" dirty="0"/>
              <a:t>годы, не жалея себя, он работал на благо развития </a:t>
            </a:r>
            <a:r>
              <a:rPr lang="ru-RU" dirty="0" smtClean="0"/>
              <a:t>заведения, </a:t>
            </a:r>
            <a:r>
              <a:rPr lang="ru-RU" dirty="0"/>
              <a:t>но сейчас </a:t>
            </a:r>
            <a:r>
              <a:rPr lang="ru-RU" dirty="0" smtClean="0"/>
              <a:t>он решил уволиться</a:t>
            </a:r>
            <a:r>
              <a:rPr lang="ru-RU" dirty="0" smtClean="0"/>
              <a:t>. </a:t>
            </a:r>
            <a:r>
              <a:rPr lang="ru-RU" dirty="0"/>
              <a:t>Однако шеф не хочет терять хороших сотрудников, поэтому </a:t>
            </a:r>
            <a:r>
              <a:rPr lang="ru-RU" dirty="0" smtClean="0"/>
              <a:t>позволит </a:t>
            </a:r>
            <a:r>
              <a:rPr lang="ru-RU" dirty="0"/>
              <a:t>повару уйти </a:t>
            </a:r>
            <a:r>
              <a:rPr lang="ru-RU" b="1" dirty="0"/>
              <a:t>только если </a:t>
            </a:r>
            <a:r>
              <a:rPr lang="ru-RU" b="1" dirty="0" smtClean="0"/>
              <a:t>тот</a:t>
            </a:r>
            <a:r>
              <a:rPr lang="ru-RU" b="1" dirty="0" smtClean="0"/>
              <a:t> </a:t>
            </a:r>
            <a:r>
              <a:rPr lang="ru-RU" b="1" dirty="0"/>
              <a:t>обслужит достаточно клиентов и придумает новое блюдо в меню</a:t>
            </a:r>
            <a:r>
              <a:rPr lang="ru-RU" dirty="0"/>
              <a:t>. </a:t>
            </a: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b="1" dirty="0" smtClean="0"/>
              <a:t>Цель – сбежать из ресторана любой ценой</a:t>
            </a:r>
            <a:r>
              <a:rPr lang="ru-RU" dirty="0" smtClean="0"/>
              <a:t>. Обслужить клиентов и пройти по всем локациям, чтобы собрать свой новый рецепт или же найти другой способ сбежать</a:t>
            </a:r>
          </a:p>
        </p:txBody>
      </p:sp>
      <p:pic>
        <p:nvPicPr>
          <p:cNvPr id="2054" name="Picture 6" descr="Фото черной пустой тарелки сверху без фона | Премиум AI-сгенерированный PSD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6409" y="3534586"/>
            <a:ext cx="2723101" cy="2723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9490213" cy="1492132"/>
          </a:xfrm>
        </p:spPr>
        <p:txBody>
          <a:bodyPr/>
          <a:lstStyle/>
          <a:p>
            <a:r>
              <a:rPr lang="ru-RU" dirty="0" smtClean="0"/>
              <a:t>завязка</a:t>
            </a:r>
            <a:endParaRPr lang="ru-RU" dirty="0"/>
          </a:p>
        </p:txBody>
      </p:sp>
      <p:pic>
        <p:nvPicPr>
          <p:cNvPr id="2050" name="Picture 2" descr="Пнг Разбитая тарелка 24 фото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8002" y="2686098"/>
            <a:ext cx="2989488" cy="2989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7323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Геймплей </a:t>
            </a:r>
            <a:br>
              <a:rPr lang="ru-RU" dirty="0" smtClean="0"/>
            </a:br>
            <a:r>
              <a:rPr lang="ru-RU" dirty="0"/>
              <a:t>	</a:t>
            </a:r>
            <a:r>
              <a:rPr lang="ru-RU" dirty="0" smtClean="0"/>
              <a:t>	</a:t>
            </a:r>
            <a:r>
              <a:rPr lang="ru-RU" dirty="0" smtClean="0"/>
              <a:t>и стилистика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15367" y="2286001"/>
            <a:ext cx="10314633" cy="42353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Визуально это </a:t>
            </a:r>
            <a:r>
              <a:rPr lang="ru-RU" b="1" dirty="0"/>
              <a:t>консоль с текстовым описанием </a:t>
            </a:r>
            <a:r>
              <a:rPr lang="ru-RU" dirty="0"/>
              <a:t>всего на локации. Никакой графики — только </a:t>
            </a:r>
            <a:r>
              <a:rPr lang="ru-RU" dirty="0" smtClean="0"/>
              <a:t>текст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Мир </a:t>
            </a:r>
            <a:r>
              <a:rPr lang="ru-RU" dirty="0" smtClean="0"/>
              <a:t>состоит из </a:t>
            </a:r>
            <a:r>
              <a:rPr lang="ru-RU" b="1" dirty="0" smtClean="0"/>
              <a:t>трех этажей </a:t>
            </a:r>
            <a:r>
              <a:rPr lang="ru-RU" dirty="0" smtClean="0"/>
              <a:t>ресторана с разными типами клиентов на каждом:</a:t>
            </a:r>
          </a:p>
          <a:p>
            <a:pPr marL="0" indent="0">
              <a:buNone/>
            </a:pPr>
            <a:r>
              <a:rPr lang="ru-RU" b="1" dirty="0"/>
              <a:t>1-й:</a:t>
            </a:r>
            <a:r>
              <a:rPr lang="ru-RU" dirty="0"/>
              <a:t> Офисные </a:t>
            </a:r>
            <a:r>
              <a:rPr lang="ru-RU" dirty="0" smtClean="0"/>
              <a:t>работники на бизнес ланчах. </a:t>
            </a:r>
            <a:r>
              <a:rPr lang="ru-RU" dirty="0"/>
              <a:t>Терпения </a:t>
            </a:r>
            <a:r>
              <a:rPr lang="ru-RU" dirty="0" smtClean="0"/>
              <a:t>мало, легкие заказы.</a:t>
            </a:r>
          </a:p>
          <a:p>
            <a:pPr marL="0" indent="0">
              <a:buNone/>
            </a:pPr>
            <a:r>
              <a:rPr lang="ru-RU" b="1" dirty="0" smtClean="0"/>
              <a:t>2-й</a:t>
            </a:r>
            <a:r>
              <a:rPr lang="ru-RU" b="1" dirty="0"/>
              <a:t>:</a:t>
            </a:r>
            <a:r>
              <a:rPr lang="ru-RU" dirty="0"/>
              <a:t> Семьи и компании. Заказ на группу, терпение </a:t>
            </a:r>
            <a:r>
              <a:rPr lang="ru-RU" dirty="0" smtClean="0"/>
              <a:t>общее, но самое большое из всех.</a:t>
            </a:r>
            <a:endParaRPr lang="ru-RU" dirty="0"/>
          </a:p>
          <a:p>
            <a:pPr marL="0" indent="0">
              <a:buNone/>
            </a:pPr>
            <a:r>
              <a:rPr lang="ru-RU" b="1" dirty="0"/>
              <a:t>3-й: </a:t>
            </a:r>
            <a:r>
              <a:rPr lang="ru-RU" dirty="0" smtClean="0"/>
              <a:t>VIP зал, богатые клиенты. </a:t>
            </a:r>
            <a:r>
              <a:rPr lang="ru-RU" dirty="0"/>
              <a:t>Терпение </a:t>
            </a:r>
            <a:r>
              <a:rPr lang="ru-RU" dirty="0" smtClean="0"/>
              <a:t>наименьшее из всех, рецепты сложнее.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b="1" dirty="0" smtClean="0"/>
              <a:t>Игроку необходимо </a:t>
            </a:r>
            <a:r>
              <a:rPr lang="ru-RU" dirty="0" smtClean="0"/>
              <a:t>обслуживать клиентов, находить на локациях новые </a:t>
            </a:r>
            <a:r>
              <a:rPr lang="ru-RU" dirty="0" smtClean="0"/>
              <a:t>рецепты, </a:t>
            </a:r>
            <a:r>
              <a:rPr lang="ru-RU" dirty="0" smtClean="0"/>
              <a:t>помещать в ограниченный инвентарь ингредиенты с локаций и объединять их в блюда для гостей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481990">
            <a:off x="9084694" y="-372207"/>
            <a:ext cx="2585358" cy="258535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038812">
            <a:off x="9648090" y="221131"/>
            <a:ext cx="2585358" cy="258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818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Основные механики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205235" y="2728201"/>
            <a:ext cx="7224765" cy="35470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 smtClean="0"/>
              <a:t>Инвентарь </a:t>
            </a:r>
            <a:r>
              <a:rPr lang="ru-RU" b="1" dirty="0"/>
              <a:t>ограничен до 5-ти слотов</a:t>
            </a:r>
            <a:r>
              <a:rPr lang="ru-RU" dirty="0"/>
              <a:t>. Игроку нужно думать, какие ингредиенты брать со склада, чтобы приготовить </a:t>
            </a:r>
            <a:r>
              <a:rPr lang="ru-RU" dirty="0" smtClean="0"/>
              <a:t>блюдо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b="1" dirty="0" smtClean="0"/>
              <a:t>Система прокачки. </a:t>
            </a:r>
            <a:r>
              <a:rPr lang="ru-RU" dirty="0" smtClean="0"/>
              <a:t>За </a:t>
            </a:r>
            <a:r>
              <a:rPr lang="ru-RU" dirty="0"/>
              <a:t>успешные заказы игрок получает </a:t>
            </a:r>
            <a:r>
              <a:rPr lang="ru-RU" dirty="0" smtClean="0"/>
              <a:t>очки прокачки</a:t>
            </a:r>
            <a:endParaRPr lang="ru-RU" dirty="0"/>
          </a:p>
          <a:p>
            <a:endParaRPr lang="ru-RU" dirty="0"/>
          </a:p>
        </p:txBody>
      </p:sp>
      <p:pic>
        <p:nvPicPr>
          <p:cNvPr id="4100" name="Picture 4" descr="Пнг Меню 28 фото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22" y="2499600"/>
            <a:ext cx="4004269" cy="4004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251678" y="1236069"/>
            <a:ext cx="10313974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10000"/>
              </a:lnSpc>
              <a:spcBef>
                <a:spcPts val="700"/>
              </a:spcBef>
              <a:buClr>
                <a:srgbClr val="323232"/>
              </a:buClr>
            </a:pPr>
            <a:r>
              <a:rPr lang="ru-RU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Подбор идеального блюда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. Гость описывает, чего хочет, а игрок выбирает рецепт из всех ему доступных. Если ошибся, то гость теряет одно значение терпения и может уйти при нулевом 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его значении, 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приближая 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проигрыш. 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Если выбор верный, то игрок получает 1 очко прокачки</a:t>
            </a:r>
          </a:p>
          <a:p>
            <a:endParaRPr lang="ru-RU" dirty="0"/>
          </a:p>
        </p:txBody>
      </p:sp>
      <p:sp>
        <p:nvSpPr>
          <p:cNvPr id="6" name="AutoShape 10" descr="Фарфоровая тарелка Посуда Чаша Стеклянная, Тарелка, стекло, тарелка png |  PNGEgg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95746" y="4230357"/>
            <a:ext cx="5123105" cy="278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880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Концовки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1678" y="1214461"/>
            <a:ext cx="10252010" cy="36428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От действий игрока зависят три финала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b="1" dirty="0"/>
              <a:t>«В стенах ресторана» </a:t>
            </a:r>
            <a:r>
              <a:rPr lang="ru-RU" dirty="0"/>
              <a:t>- если уходит слишком много гостей, то игра заканчивается </a:t>
            </a:r>
            <a:r>
              <a:rPr lang="ru-RU" dirty="0" smtClean="0"/>
              <a:t>поражением</a:t>
            </a:r>
            <a:endParaRPr lang="ru-RU" dirty="0"/>
          </a:p>
          <a:p>
            <a:r>
              <a:rPr lang="ru-RU" b="1" dirty="0" smtClean="0"/>
              <a:t>«Честный </a:t>
            </a:r>
            <a:r>
              <a:rPr lang="ru-RU" b="1" dirty="0"/>
              <a:t>повар</a:t>
            </a:r>
            <a:r>
              <a:rPr lang="ru-RU" b="1" dirty="0" smtClean="0"/>
              <a:t>» -</a:t>
            </a:r>
            <a:r>
              <a:rPr lang="ru-RU" dirty="0" smtClean="0"/>
              <a:t> </a:t>
            </a:r>
            <a:r>
              <a:rPr lang="ru-RU" dirty="0"/>
              <a:t>и</a:t>
            </a:r>
            <a:r>
              <a:rPr lang="ru-RU" dirty="0" smtClean="0"/>
              <a:t>грок </a:t>
            </a:r>
            <a:r>
              <a:rPr lang="ru-RU" dirty="0" smtClean="0"/>
              <a:t>собрал по ходу прохождения сюжета новый рецепт и обслужил необходимый минимум </a:t>
            </a:r>
            <a:r>
              <a:rPr lang="ru-RU" dirty="0" smtClean="0"/>
              <a:t>клиентов</a:t>
            </a:r>
            <a:endParaRPr lang="ru-RU" dirty="0"/>
          </a:p>
          <a:p>
            <a:r>
              <a:rPr lang="ru-RU" b="1" dirty="0" smtClean="0"/>
              <a:t>«Самостоятельное </a:t>
            </a:r>
            <a:r>
              <a:rPr lang="ru-RU" b="1" dirty="0"/>
              <a:t>решение</a:t>
            </a:r>
            <a:r>
              <a:rPr lang="ru-RU" b="1" dirty="0" smtClean="0"/>
              <a:t>» - </a:t>
            </a:r>
            <a:r>
              <a:rPr lang="ru-RU" dirty="0" smtClean="0"/>
              <a:t>игрок обслужил всех клиентов в заведении. Ярость, </a:t>
            </a:r>
            <a:r>
              <a:rPr lang="ru-RU" dirty="0" smtClean="0"/>
              <a:t>накопленная после рабочего дня заставила бросить в босса тарелку с новым блюдом для </a:t>
            </a:r>
            <a:r>
              <a:rPr lang="ru-RU" dirty="0" smtClean="0"/>
              <a:t>меню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109" y="4300363"/>
            <a:ext cx="4010891" cy="2410391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251678" y="4300363"/>
            <a:ext cx="59881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lvl="0" indent="-228600">
              <a:lnSpc>
                <a:spcPct val="110000"/>
              </a:lnSpc>
              <a:spcBef>
                <a:spcPts val="700"/>
              </a:spcBef>
              <a:buClr>
                <a:srgbClr val="323232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 </a:t>
            </a:r>
            <a:r>
              <a:rPr lang="ru-RU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«Побег»</a:t>
            </a:r>
            <a:r>
              <a:rPr lang="ru-RU" sz="2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 - получить ключ от особого посетителя на втором этаже и сбежать через чёрный </a:t>
            </a:r>
            <a:r>
              <a:rPr lang="ru-RU" sz="2000" dirty="0" smtClean="0">
                <a:solidFill>
                  <a:prstClr val="black">
                    <a:lumMod val="65000"/>
                    <a:lumOff val="35000"/>
                  </a:prstClr>
                </a:solidFill>
              </a:rPr>
              <a:t>ход</a:t>
            </a:r>
            <a:endParaRPr lang="ru-RU" sz="2000" dirty="0">
              <a:solidFill>
                <a:prstClr val="black">
                  <a:lumMod val="65000"/>
                  <a:lumOff val="3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275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Целевая аудитория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Игра для фанатов текстовых квестов, любителей головоломок и тех, кому </a:t>
            </a:r>
            <a:r>
              <a:rPr lang="ru-RU" dirty="0" smtClean="0"/>
              <a:t>близка тема поиска выхода из плохих условий труда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754" y="3147254"/>
            <a:ext cx="5102170" cy="346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682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Спасибо за внимание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6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dge">
  <a:themeElements>
    <a:clrScheme name="Красный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Эмблема</Template>
  <TotalTime>148</TotalTime>
  <Words>383</Words>
  <Application>Microsoft Office PowerPoint</Application>
  <PresentationFormat>Широкоэкранный</PresentationFormat>
  <Paragraphs>37</Paragraphs>
  <Slides>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Calibri</vt:lpstr>
      <vt:lpstr>Corbel</vt:lpstr>
      <vt:lpstr>Gill Sans MT</vt:lpstr>
      <vt:lpstr>Impact</vt:lpstr>
      <vt:lpstr>Badge</vt:lpstr>
      <vt:lpstr>Plate of Fate</vt:lpstr>
      <vt:lpstr>завязка</vt:lpstr>
      <vt:lpstr>Геймплей    и стилистика</vt:lpstr>
      <vt:lpstr>Основные механики</vt:lpstr>
      <vt:lpstr>Концовки</vt:lpstr>
      <vt:lpstr> Целевая аудитория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15</cp:revision>
  <dcterms:created xsi:type="dcterms:W3CDTF">2026-03-16T01:35:18Z</dcterms:created>
  <dcterms:modified xsi:type="dcterms:W3CDTF">2026-03-16T12:43:01Z</dcterms:modified>
</cp:coreProperties>
</file>